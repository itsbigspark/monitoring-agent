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we turn a manual, senior-engineer-dependent investigation loop into a deployable agent that diagnoses incidents and proposes fixes. Working name 'Sentinel' —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pain: the alerting system detects symptoms but does no diagnosis. Humans carry the entire investigation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loop left to right. Emphasise that steps 3-5 are pure manual toil that the agent can take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de-risks the pitch: we're not proposing something speculative — we're automating a workflow that already works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'what'. Keep it outcome-focused; architecture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playground step (highlighted) is where it validates a candidate fix safely before proposing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commercial framing: value does not require solving 100%. Even partial coverage plus acceleration of the rest is a strong ROI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 to land: MCP-first (scales), model-agnostic (compliance/lock-in), in-client (data never leaves). Intent Layer is the quality multiplier.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what gets you past infosec. Lead with read-only + in-client +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1 needs instant human action; Tier 3 has slack we can fill — easy, low-risk, KPI-boosting first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scalability story without internal targeting specifics. Progressive autonomy reassures: we don't ask for trust up front, we earn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these metrics before rollout so the 'after' delta is provable.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Client-safe commercial framing. Keep specific numbers for the live conversation. The analysis-first step de-risks pricing for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concrete, low-commitment ask: agree one platform and run the analysis. Momentum over perfection.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189AB4"/>
                </a:solidFill>
                <a:latin typeface="Calibri"/>
              </a:rPr>
              <a:t>Agentic Incident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C8D4DE"/>
                </a:solidFill>
                <a:latin typeface="Calibri"/>
              </a:rPr>
              <a:t>Automating the investigation of production incidents — from alert to root cause and proposed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Project proposal  · 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An alert tells you something broke — not why, or how to fix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Splunk alerts fire off application logs and raise a ticket in ServiceNow.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The ticket says "this alert fired, here's the error message" — and little else.</a:t>
            </a:r>
          </a:p>
          <a:p>
            <a:pPr algn="l"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–  No root-cause analysis. No context. No proposed fix.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 senior engineer must then manually investigate every ticket.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Investigation is the slowest, most repetitive phase of incident response — and it bottlenecks on a handful of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HOW IT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current manual investigation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Alert fires
(Splunk)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6101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6101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Ticket raised
(ServiceNow)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2122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Engineer reads
logs manually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8143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8143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Cross-checks code
&amp; other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4164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4164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Reproduces &amp;
diagnoses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0185" y="2377440"/>
            <a:ext cx="1681429" cy="1188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0185" y="2377440"/>
            <a:ext cx="168142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Writes up fix
for dev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F2A47"/>
                </a:solidFill>
                <a:latin typeface="Calibri"/>
              </a:rPr>
              <a:t>Slow.</a:t>
            </a:r>
            <a:r>
              <a:rPr sz="1800" b="0">
                <a:solidFill>
                  <a:srgbClr val="333F4A"/>
                </a:solidFill>
                <a:latin typeface="Calibri"/>
              </a:rPr>
              <a:t>  Serial, manual evidence-gathering inflates mean-time-to-diagnosis.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F2A47"/>
                </a:solidFill>
                <a:latin typeface="Calibri"/>
              </a:rPr>
              <a:t>Person-dependent.</a:t>
            </a:r>
            <a:r>
              <a:rPr sz="1800" b="0">
                <a:solidFill>
                  <a:srgbClr val="333F4A"/>
                </a:solidFill>
                <a:latin typeface="Calibri"/>
              </a:rPr>
              <a:t>  Knowledge concentrated in a few senior engineers.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F2A47"/>
                </a:solidFill>
                <a:latin typeface="Calibri"/>
              </a:rPr>
              <a:t>Lossy.</a:t>
            </a:r>
            <a:r>
              <a:rPr sz="1800" b="0">
                <a:solidFill>
                  <a:srgbClr val="333F4A"/>
                </a:solidFill>
                <a:latin typeface="Calibri"/>
              </a:rPr>
              <a:t>  Findings live in tickets and people's heads; recurring patterns aren't captured.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loop is already proven — manually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 custom Splunk MCP server (already built at NatWest) lets an AI assistant query logs on demand.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Connected to the codebase, it already investigates incidents and surfaces root causes — it has been "phenomenal" in practice.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Today this is run by hand, per incident. The opportunity is to automate and productise it.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Timing: teams (e.g. Complaints) are onboarding the alerting system now — early enough to build automation in from the 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Sentinel — an agent that investigates incidents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Triggers automatically on a qualifying ServiceNow incident — no human kick-off.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Pulls the relevant logs (Splunk), inspects the deployed codebase, and queries supporting systems (DB, Snowflake, S3) as needed.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Reasons about the failure inside an isolated playground environment.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Delivers a structured report: Overview → Investigation → Root Cause → Proposed Fix or Synopsis, with a confidence level.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Posts findings back to the ticket / Teams; a human reviews and approves.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HOW SENTINEL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End-to-end investigation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Detect &amp;
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3053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3053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Plan
investigation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6026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6026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Gather evidence
(logs · code · data)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999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8999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Correlate &amp;
find root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1972" y="2103120"/>
            <a:ext cx="1696669" cy="1280160"/>
          </a:xfrm>
          <a:prstGeom prst="rect">
            <a:avLst/>
          </a:prstGeom>
          <a:solidFill>
            <a:srgbClr val="E4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1972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Fix in playground
or synopsise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54945" y="2103120"/>
            <a:ext cx="1696669" cy="12801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4945" y="2103120"/>
            <a:ext cx="169666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Human review
&amp; 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•  Iterative, cost-aware log retrieval — searches and narrows rather than dumping everything.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•  Every diagnosis carries a confidence level and a full evidence trail.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•  Every tool call and decision is logged for a complete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TWO VALUABLE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Fix it — or fast-track the human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94960" cy="4023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94960" cy="64008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 — Validated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Reproduces the issue and develops a fix in an isolated playground.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Tests it before proposing — zero production risk.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Proposed for human review, e.g. as a pull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394960" cy="4023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394960" cy="6400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 — Investigation synopsis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When a reliable fix isn't possible, delivers what it found.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Overview, evidence, root-cause hypothesis, suggested next steps.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33F4A"/>
                </a:solidFill>
                <a:latin typeface="Calibri"/>
              </a:rPr>
              <a:t>Gives the human a major head start — speeds up resolution.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Partial automation still wins: ~70% resolved + ~30% accelerated is a brilliant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Built to scale and to swap parts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LangGraph orchestration — a stateful, multi-phase investigation graph with durable state, human-in-the-loop, and full observability.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MCP-first integration — reuses the existing Splunk MCP; each new system or incident type is a new connector + playbook, not a rewrite.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Model-agnostic LLM — swap between Bedrock, self-hosted/in-VPC, or local (LM Studio / Ollama) by configuration. No vendor lock-in.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Codebase enrichment (Intent Layer) — hierarchical, in-repo context so the agent understands the architecture before reading a line of code.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333F4A"/>
                </a:solidFill>
                <a:latin typeface="Calibri"/>
              </a:rPr>
              <a:t>•  Fully deployed inside the client environment — one isolated instance per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BUILT FOR THE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Security, compliance &amp; governance — first-class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Read-only, least 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No write access to production. Scoped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Human-approved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Fixes validated in a sandbox, proposed for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Fully in-client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All logs, code, data &amp; inference stay inside your boundary.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Complete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Every tool call and decision logged and attributable.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947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Model choice you 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4340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Run only models your security teams have signed off.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657600"/>
            <a:ext cx="63500" cy="173736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7947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Sensitive-data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34340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Screening/redaction before anything reaches the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WHERE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Prove it on lower-tier systems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Begin on Tier 3 platforms — low criticality, ~3-day resolution turnaround.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An instant automated investigation there turbocharges the monitoring teams' resolution-time KPIs and dashboards.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Demonstrate value and build trust with zero risk to business-critical systems.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Then scale up the tiers as confidence grows.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HOW IT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One platform today — the whole estate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MCP-first design means new incident types and new systems are additive, reusing the core agent, governance and reporting unchanged.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Start with Splunk-driven incidents on microservices; broaden to any incident type the queue receives.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Progressive autonomy — automation is earned: human-approved first, then opt-in auto-apply on lower-tier systems once the track record is proven (always audited and reversible).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333F4A"/>
                </a:solidFill>
                <a:latin typeface="Calibri"/>
              </a:rPr>
              <a:t>•  Applicable across independent business areas, each with many candidate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THE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Faster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Compresses the slowest phase — time-to-diagnosis.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Senior-engineer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Frees scarce expertise from repetitive triage.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Every in-scope incident gets a thorough investigation.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Knowledge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Recurring failure patterns become a durable asset.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404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Low-risk proving 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891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KPI gains on Tier 3 before critical 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657600"/>
            <a:ext cx="3611880" cy="17373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657600"/>
            <a:ext cx="3611880" cy="635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Partial automation wins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389120"/>
            <a:ext cx="3337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333F4A"/>
                </a:solidFill>
                <a:latin typeface="Calibri"/>
              </a:rPr>
              <a:t>Resolve some, accelerate the rest — net big gain.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189AB4"/>
                </a:solidFill>
                <a:latin typeface="Calibri"/>
              </a:rPr>
              <a:t>ENGAGEMENT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Low-commitment start, scalable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54298" cy="31089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54298" cy="7315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45429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· Platform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99709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F4A"/>
                </a:solidFill>
                <a:latin typeface="Calibri"/>
              </a:rPr>
              <a:t>A short, fixed-fee analysis of a target platform — scopes the work and prices the implementation up front.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20240"/>
            <a:ext cx="3454298" cy="31089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920240"/>
            <a:ext cx="3454298" cy="7315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1920240"/>
            <a:ext cx="345429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·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834640"/>
            <a:ext cx="299709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F4A"/>
                </a:solidFill>
                <a:latin typeface="Calibri"/>
              </a:rPr>
              <a:t>Stand up Sentinel on that platform and demonstrate it on real incidents — proof before commitment.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3454298" cy="310896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920240"/>
            <a:ext cx="3454298" cy="7315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7316" y="1920240"/>
            <a:ext cx="345429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· Scaled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834640"/>
            <a:ext cx="299709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F4A"/>
                </a:solidFill>
                <a:latin typeface="Calibri"/>
              </a:rPr>
              <a:t>Implement platform by platform (fixed-price or T&amp;M). Shared components built once; only platform-specific work per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780"/>
                </a:solidFill>
                <a:latin typeface="Calibri"/>
              </a:rPr>
              <a:t>Each platform is slightly different — its knowledge base and data-access needs drive the incremental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189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1.  Align on a target platform for a Proof of Concept.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2.  Run the fixed-fee platform analysis to scope &amp; price it.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3.  Deliver the PoC on real incidents and review the results.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4.  Agree the rollout plan across systems and areas.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89AB4"/>
                </a:solidFill>
                <a:latin typeface="Calibri"/>
              </a:rPr>
              <a:t>Let's pick one platform and prove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