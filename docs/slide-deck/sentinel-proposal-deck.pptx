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pitch: we turn a manual, senior-engineer-dependent investigation loop into a deployable agent that diagnoses incidents and proposes fixes. Sentinel is the first feature we ship of a broader platform, Mission Control. Working name 'Sentinel' —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pain: the alerting system detects symptoms but does no diagnosis. Humans carry the entire investigation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loop left to right. Emphasise that steps 3-5 are pure manual toil that the agent can take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de-risks the pitch: we're not proposing something speculative — we're automating a workflow that already works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'what'. Keep it outcome-focused; architecture comes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playground step (highlighted) is where it validates a candidate fix safely before proposing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commercial framing: value does not require solving 100%. Even partial coverage plus acceleration of the rest is a strong ROI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 to land: MCP-first (scales), model-agnostic (compliance/lock-in), in-client (data never leaves). Intent Layer is the quality multiplier. Engine note: Sentinel uses the OpenAI Agents SDK (right-sized; human gate is a post-run boundary, not a mid-run pause); LangGraph is kept for heavier future incident types, chosen per type behind shared seams.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Companion visual to the architecture slide: ServiceNow -&gt; ingestion/triage -&gt; Agents SDK pipeline -&gt; MCP layer -&gt; read-only data sources; model-agnostic LLM + isolated playground on the right; all inside the client boundary; outputs go back to ticket / PR / Teams for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gets you past infosec. Lead with read-only + in-client + human-in-the-loop.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newly designed deployment model, not a claim that every packaging and onboarding component is already implemented. The key message is repeatability: shared versioned images, per-client configuration, automated dependency/documentation checks, and an air-gap path — not bespoke forks.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needs instant human action; Tier 3 has slack we can fill — easy, low-risk, KPI-boosting first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scalability story without internal targeting specifics. Progressive autonomy reassures: we don't ask for trust up front, we earn it. The Airflow DAG-failure and LLM-eval examples are especially apt for a data-science/AIOps buyer — and they also become monitoring surfaces in Mission Control (DAG stats, LLM eval-metric trends).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we ship Sentinel first (the wedge and the differentiator). It is the first feature of a broader platform, Mission Control, for the monitoring teams that own many apps. Same in-client deployment. ServiceNow stays authoritative. The dashboard hub and analytics follow on the same application-catalog foundation. Keep the focus on Sentinel; this slide just shows where it's heading. Ask Mission Control is explicitly future scope: permission-aware Q&amp;A over Confluence plus deployed code/Intent Layer and authorised incident history. ServiceNow and Confluence remain authoritative.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structured handover and operational resilience, not criticism of current documentation. Confluence remains the source of truth; Mission Control defines the onboarding contract, checks accessibility/freshness and maintains a permission-aware index with citations. Say 'reduces routine dependence', not 'replaces developers'. Ask Mission Control is roadmap. The Rovo distinction is code context: planned answers combine Confluence with deployed code/Intent Layer and incident history, not docs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MTTD, accuracy, fix acceptance, senior-engineer hours and routine developer escalations before rollout so the after delta is provable. Human verdict capture and golden-dataset replay answer the buyer question: 'how do we know it's right?'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Client-safe commercial framing. Keep specific numbers for the live conversation. The analysis-first step de-risks pricing for both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concrete, low-commitment ask: agree one platform and run the analysis. Momentum over perfection. Sentinel is step one toward Mission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0">
                <a:solidFill>
                  <a:srgbClr val="189AB4"/>
                </a:solidFill>
                <a:latin typeface="Calibri"/>
              </a:rPr>
              <a:t>Agentic incident auto-investigation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C8D4DE"/>
                </a:solidFill>
                <a:latin typeface="Calibri"/>
              </a:rPr>
              <a:t>The first feature of </a:t>
            </a:r>
            <a:r>
              <a:rPr sz="1800" b="1">
                <a:solidFill>
                  <a:srgbClr val="FFFFFF"/>
                </a:solidFill>
                <a:latin typeface="Calibri"/>
              </a:rPr>
              <a:t>Mission Control</a:t>
            </a:r>
            <a:r>
              <a:rPr sz="1800" b="0">
                <a:solidFill>
                  <a:srgbClr val="C8D4DE"/>
                </a:solidFill>
                <a:latin typeface="Calibri"/>
              </a:rPr>
              <a:t> — an application operations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C8D4DE"/>
                </a:solidFill>
                <a:latin typeface="Calibri"/>
              </a:rPr>
              <a:t>Automating the investigation of production incidents — from alert to root cause and proposed fix.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B7780"/>
                </a:solidFill>
                <a:latin typeface="Calibri"/>
              </a:rPr>
              <a:t>Project proposal  · 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An alert tells you something broke — not why, or how to fix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Splunk alerts fire off application logs and raise a ticket in ServiceNow.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The ticket says "this alert fired, here's the error message" — and little else.</a:t>
            </a:r>
          </a:p>
          <a:p>
            <a:pPr algn="l" lvl="1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–  No root-cause analysis. No context. No proposed fix.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 senior engineer must then manually investigate every ticket.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Investigation is the slowest, most repetitive phase of incident response — and it bottlenecks on a handful of people.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IT WORKS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current manual investigation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Alert fires
(Splunk)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6101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6101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Ticket raised
(ServiceNow)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2122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2122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Engineer reads
logs manually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8143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143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Cross-checks code
&amp; other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4164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Reproduces &amp;
diagnoses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0185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0185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Writes up fix
for dev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Slow.</a:t>
            </a:r>
            <a:r>
              <a:rPr sz="1800" b="0">
                <a:solidFill>
                  <a:srgbClr val="333F4A"/>
                </a:solidFill>
                <a:latin typeface="Calibri"/>
              </a:rPr>
              <a:t>  Serial, manual evidence-gathering inflates mean-time-to-diagnosis.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Person-dependent.</a:t>
            </a:r>
            <a:r>
              <a:rPr sz="1800" b="0">
                <a:solidFill>
                  <a:srgbClr val="333F4A"/>
                </a:solidFill>
                <a:latin typeface="Calibri"/>
              </a:rPr>
              <a:t>  Knowledge concentrated in a few senior engineers.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Lossy.</a:t>
            </a:r>
            <a:r>
              <a:rPr sz="1800" b="0">
                <a:solidFill>
                  <a:srgbClr val="333F4A"/>
                </a:solidFill>
                <a:latin typeface="Calibri"/>
              </a:rPr>
              <a:t>  Findings live in tickets and people's heads; recurring patterns aren't captured.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loop is already proven — manually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 custom Splunk MCP server (already built at NatWest) lets an AI assistant query logs on demand.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Connected to the codebase, it already investigates incidents and surfaces root causes — it has been "phenomenal" in practice.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Today this is run by hand, per incident. The opportunity is to automate and productise it.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Timing: teams (e.g. Complaints) are onboarding the alerting system now — early enough to build automation in from the start.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Sentinel — an agent that investigates incidents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Triggers automatically on a qualifying ServiceNow incident — no human kick-off.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Pulls the relevant logs (Splunk), inspects the deployed codebase, and queries supporting systems (DB, Snowflake, S3) as needed.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Reasons about the failure inside an isolated playground environment.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Delivers a structured report: Overview → Investigation → Root Cause → Proposed Fix or Synopsis, with a confidence level.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Posts findings back to the ticket / Teams; a human reviews and approves.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SENTINEL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End-to-end investigation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Detect &amp;
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3053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053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Plan
investigation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6026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6026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Gather evidence
(logs · code · data)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9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Correlate &amp;
find root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1972" y="2103120"/>
            <a:ext cx="1696669" cy="1280160"/>
          </a:xfrm>
          <a:prstGeom prst="rect">
            <a:avLst/>
          </a:prstGeom>
          <a:solidFill>
            <a:srgbClr val="E4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1972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Fix in playground
or synopsise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54945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54945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Human review
&amp;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22191"/>
            <a:ext cx="1097280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50" b="0">
                <a:solidFill>
                  <a:srgbClr val="333F4A"/>
                </a:solidFill>
                <a:latin typeface="Calibri"/>
              </a:rPr>
              <a:t>•  Iterative, cost-aware log retrieval — searches and narrows rather than dumping everything.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50" b="0">
                <a:solidFill>
                  <a:srgbClr val="333F4A"/>
                </a:solidFill>
                <a:latin typeface="Calibri"/>
              </a:rPr>
              <a:t>•  Every diagnosis carries a confidence level and a full evidence trail.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50" b="0">
                <a:solidFill>
                  <a:srgbClr val="333F4A"/>
                </a:solidFill>
                <a:latin typeface="Calibri"/>
              </a:rPr>
              <a:t>•  Every tool call and decision is logged for a complete audit trail.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50" b="0">
                <a:solidFill>
                  <a:srgbClr val="333F4A"/>
                </a:solidFill>
                <a:latin typeface="Calibri"/>
              </a:rPr>
              <a:t>•  Human verdicts feed a golden dataset — tracking accuracy, fix acceptance and MTTD over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TWO VALUABLE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Fix it — or fast-track the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023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64008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5394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 — Validated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Reproduces the issue and develops a fix in an isolated playground.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Tests it before proposing — zero production risk.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Proposed for human review, e.g. as a pull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394960" cy="4023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37360"/>
            <a:ext cx="5394960" cy="6400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394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 — Investigation synopsis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When a reliable fix isn't possible, delivers what it found.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Overview, evidence, root-cause hypothesis, suggested next steps.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Gives the human a major head start — speeds up resolution.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F2A47"/>
                </a:solidFill>
                <a:latin typeface="Calibri"/>
              </a:rPr>
              <a:t>Partial automation still wins: ~70% resolved + ~30% accelerated is a brilliant outcome.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Built to scale and to swap parts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Agent orchestration (OpenAI Agents SDK) — a deterministic pipeline with agentic loops for evidence-gathering and fix-validation; full audit trace.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MCP-first integration — reuses the existing Splunk MCP; each new system or incident type is a new connector + playbook, not a rewrite.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Model-agnostic LLM — swap between Bedrock, self-hosted/in-VPC, or local (LM Studio / Ollama) by configuration. No vendor lock-in.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Codebase enrichment (Intent Layer) — hierarchical, in-repo context so the agent understands the architecture before reading a line of code.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Fully deployed inside the client environment — one isolated instance per client.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Portable by design — the same versioned containers run on-prem or in any cloud via Compose / Helm; air-gap capable and built on open protocols.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Proposed system architecture</a:t>
            </a:r>
          </a:p>
        </p:txBody>
      </p:sp>
      <p:pic>
        <p:nvPicPr>
          <p:cNvPr id="6" name="Picture 5" descr="sentine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248" y="1417320"/>
            <a:ext cx="684319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BUILT FOR THE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Security, compliance &amp; governance — first-class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Read-only, least 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No write access to production. Scoped credentials.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Human-approved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Fixes validated in a sandbox, proposed for review.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Fully in-client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All logs, code, data &amp; inference stay inside your boundary.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Complete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Every tool call and decision logged and attributable.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Model choice you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Run only models your security teams have signed off.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Sensitive-data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Screening/redaction before anything reaches the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DEPLOYMENT &amp; ONBOARDING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Designed to run anywhere — without client-specific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One product, configured for each client and validated before go-live: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3454298" cy="2880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454298" cy="713232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45429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Portable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81528"/>
            <a:ext cx="2997098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20" b="0">
                <a:solidFill>
                  <a:srgbClr val="333F4A"/>
                </a:solidFill>
                <a:latin typeface="Calibri"/>
              </a:rPr>
              <a:t>The same versioned container images run on-prem or in AWS, Azure or GCP — via Docker Compose or Helm, with an offline bundle for air-gapped environments.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2148840"/>
            <a:ext cx="3454298" cy="2880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2148840"/>
            <a:ext cx="3454298" cy="713232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8698" y="2148840"/>
            <a:ext cx="345429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Configuration, not custom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081528"/>
            <a:ext cx="2997098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20" b="0">
                <a:solidFill>
                  <a:srgbClr val="333F4A"/>
                </a:solidFill>
                <a:latin typeface="Calibri"/>
              </a:rPr>
              <a:t>A deployment is a reviewed config bundle + secret references + MCP/content-source endpoints. Open protocols avoid cloud lock-in and per-client forks.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7316" y="2148840"/>
            <a:ext cx="3454298" cy="2880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2148840"/>
            <a:ext cx="3454298" cy="713232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7316" y="2148840"/>
            <a:ext cx="345429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Preflight before go-live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3081528"/>
            <a:ext cx="2997098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20" b="0">
                <a:solidFill>
                  <a:srgbClr val="333F4A"/>
                </a:solidFill>
                <a:latin typeface="Calibri"/>
              </a:rPr>
              <a:t>The onboarding CLI validates config, connectivity, documentation access and index freshness, then bootstraps and smoke-tests retrieval and an investigation.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10911535" cy="658368"/>
          </a:xfrm>
          <a:prstGeom prst="rect">
            <a:avLst/>
          </a:prstGeom>
          <a:solidFill>
            <a:srgbClr val="E4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063721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50" b="1">
                <a:solidFill>
                  <a:srgbClr val="0F2A47"/>
                </a:solidFill>
                <a:latin typeface="Calibri"/>
              </a:rPr>
              <a:t>One isolated instance per client · no phone-home · all code, evidence and inference stay inside the approved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WHERE WE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Prove it on lower-tier systems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Begin on Tier 3 platforms — low criticality, ~3-day resolution turnaround.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An instant automated investigation there turbocharges the monitoring teams' resolution-time KPIs and dashboards.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Demonstrate value and build trust with zero risk to business-critical systems.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Then scale up the tiers as confidence grows.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IT SCALES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One system today — the whole estate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MCP-first design means new incident types and new systems are additive, reusing the core agent, governance and reporting unchanged.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Start with Splunk-driven incidents on microservices; broaden to any incident type — e.g. Airflow DAG/task failures, or LLM-output quality-metric alerts.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Triggers generalise too — ServiceNow today; Airflow events and email alerts next.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Progressive autonomy — automation is earned: human-approved first, then opt-in auto-apply on lower-tier systems once the track record is proven (always audited and reversible).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Applicable across independent business areas, each with many candidate systems.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BIGGER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Sentinel is the first feature of Mission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Mission Control is an operations cockpit for the teams that monitor and support many applications across a shared incident queue.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It organises incidents per application, centralises monitoring dashboards, and — through Sentinel — auto-investigates and resolves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2522143" cy="54864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Auto-investigation
&amp;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53128"/>
            <a:ext cx="252214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89AB4"/>
                </a:solidFill>
                <a:latin typeface="Calibri"/>
              </a:rPr>
              <a:t>◆ ships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6543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cockpit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6543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Per-application,
historical 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6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6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Dashboard 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6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QuickSight, Tableau
in one 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469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9469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9469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Ask Mission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69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Docs + deployed code
Q&amp;A · future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83480"/>
            <a:ext cx="10911535" cy="566928"/>
          </a:xfrm>
          <a:prstGeom prst="rect">
            <a:avLst/>
          </a:prstGeom>
          <a:solidFill>
            <a:srgbClr val="E4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83480"/>
            <a:ext cx="1091153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Application catalog — shared foundation (apps · repos · log sources · required docs · playbooks)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20" b="1">
                <a:solidFill>
                  <a:srgbClr val="6B7780"/>
                </a:solidFill>
                <a:latin typeface="Calibri"/>
              </a:rPr>
              <a:t>ServiceNow owns incidents. Confluence owns documentation. Mission Control indexes, enriches and acts — it does not replace either.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OPERATIONAL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Better handovers — without creating another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Onboarding defines what every support team needs; Mission Control validates and indexes it for day-to-day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454298" cy="3063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Confluence stays authoritative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218688"/>
            <a:ext cx="303367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80" b="0">
                <a:solidFill>
                  <a:srgbClr val="333F4A"/>
                </a:solidFill>
                <a:latin typeface="Calibri"/>
              </a:rPr>
              <a:t>Architecture, runbooks, ownership, dependencies, deployment/rollback and known failure modes are authored and governed in Confluence. Mission Control stores requirements, links, permissions and index freshness — not duplicate pages.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2286000"/>
            <a:ext cx="3454298" cy="3063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Support teams become self-sufficient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3218688"/>
            <a:ext cx="303367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80" b="0">
                <a:solidFill>
                  <a:srgbClr val="333F4A"/>
                </a:solidFill>
                <a:latin typeface="Calibri"/>
              </a:rPr>
              <a:t>Indexed documentation, code context and incident learning make routine questions and investigations answerable without repeatedly returning to the original developers. Engineering expertise stays focused on genuinely novel issues.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7316" y="2286000"/>
            <a:ext cx="3454298" cy="3063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Future: code-aware 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7628" y="3218688"/>
            <a:ext cx="303367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80" b="0">
                <a:solidFill>
                  <a:srgbClr val="333F4A"/>
                </a:solidFill>
                <a:latin typeface="Calibri"/>
              </a:rPr>
              <a:t>Ask Mission Control will combine approved Confluence content with the relevant deployed code / Intent Layer and authorised incident history — a cited answer grounded in more than documentation alone.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96128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Calibri"/>
              </a:rPr>
              <a:t>Outcome: a durable handover, fewer routine developer escalations, and application knowledge that improves with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Faster 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Compresses the slowest phase — time-to-diagnosis.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Senior-engineer leverage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Frees scarce expertise from repetitive triage.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Measured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Human verdicts + golden-set replay track accuracy and acceptance.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Support independence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Structured handover reduces routine developer escalations.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Low-risk proving ground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KPI gains on Tier 3 before critical systems.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Partial automation wins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Resolve some, accelerate the rest — net big 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ENGAGEMENT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Low-commitment start, scalable rollout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 · Platform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A short, fixed-fee analysis of a target platform — scope evidence access, documentation readiness, security and success baselines up front.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698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8698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 · Proof of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Configure Sentinel, preflight every dependency and demonstrate it on real or historical incidents — proof before commitment.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7316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 · Scaled rollout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6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Implement platform by platform (fixed-price or T&amp;M). Shared components built once; only platform-specific work per 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6B7780"/>
                </a:solidFill>
                <a:latin typeface="Calibri"/>
              </a:rPr>
              <a:t>The product stays shared: each rollout adds a reviewed config bundle, approved knowledge sources, connectors and playbooks — not a fork.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1.  Align on a target platform for a Proof of Concept.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2.  Run the fixed-fee platform analysis to scope &amp; price it.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3.  Deliver the PoC on real incidents and review the results.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4.  Agree the rollout plan across systems and areas.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89AB4"/>
                </a:solidFill>
                <a:latin typeface="Calibri"/>
              </a:rPr>
              <a:t>Let's pick one platform and 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C8D4DE"/>
                </a:solidFill>
                <a:latin typeface="Calibri"/>
              </a:rPr>
              <a:t>Sentinel first — the foundation for 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